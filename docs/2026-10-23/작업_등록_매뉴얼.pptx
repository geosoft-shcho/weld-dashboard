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용접 수집 대시보드 · 현장 안내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등록 매뉴얼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현장에서 새 작업을 등록하고, 패스·자료를 정리한 뒤 프로파일·품질 화면까지 이어 보는 순서를 담았습니다.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097280" cy="45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13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순서 — 작업 관리 → 작업 상세 → 프로파일 · 품질 조회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관리 화면 — 조회 · 새 작업 · 상세 · 프로파일 · 품질 버튼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298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작업 만들기 — 공사 · 호기 · 품목 · 이음부 · 첫 패스 · 만들기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910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910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목록에서 상세 · 프로파일 · 품질 열기 — 행마다 바로가기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883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8836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상세 — 기본 정보 — 공사 · 품목 · 이음부 · 작업자 · 시간 · 규격 · 저장 · 지우기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1762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176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상세 — 패스 — 패스 목록 확인 · 패스 추가 진입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상세 — 패스 추가 창 — 패스 번호 · 시작 · 끝 · 종류 · 추가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7614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상세 — 첨부 — 에셋 올리기 · 에셋 붙이기 · 패스 지정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054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0540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첨부 — 에셋 올리기 창 — 파일 · 주제 · 상황 · 작업 · 패스 · 장비 · 시간 0 · 올리기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467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3467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종류 — 시간 자료 — 영상 · 음성 · 센서 · 시간 0 필수 · 빠른 채우기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6393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종류 — 문서 · 이미지 — pdf · jpg · png · 시간 0 선택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931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프로파일 화면 — 작업 요약 · 패스 선택 · 전류 · 전압 파형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224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2245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화면 — 패스 선택 · 성적서 · 문서 · 파형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전체 순서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097280" cy="45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메뉴 [작업 관리]에서 시작해, 아래 순서로 진행합니다.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91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435608" y="1554480"/>
            <a:ext cx="512064" cy="51206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8" name="Text 6"/>
          <p:cNvSpPr/>
          <p:nvPr/>
        </p:nvSpPr>
        <p:spPr>
          <a:xfrm>
            <a:off x="1435608" y="1554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관리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26517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작업을 만들거나 기존 작업을 고릅니다.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5176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5968" y="1554480"/>
            <a:ext cx="512064" cy="51206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5" name="Text 13"/>
          <p:cNvSpPr/>
          <p:nvPr/>
        </p:nvSpPr>
        <p:spPr>
          <a:xfrm>
            <a:off x="4315968" y="1554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상세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10712" y="26517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정보 · 패스 · 첨부를 확인하고 정리합니다.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234440"/>
            <a:ext cx="265176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Shape 19"/>
          <p:cNvSpPr/>
          <p:nvPr/>
        </p:nvSpPr>
        <p:spPr>
          <a:xfrm>
            <a:off x="7196328" y="1554480"/>
            <a:ext cx="512064" cy="51206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2" name="Text 20"/>
          <p:cNvSpPr/>
          <p:nvPr/>
        </p:nvSpPr>
        <p:spPr>
          <a:xfrm>
            <a:off x="7196328" y="1554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조회 화면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91072" y="26517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프로파일 · 품질로 같은 작업을 살펴봅니다.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6465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작업을 먼저 잡고 → 패스와 자료를 정리한 뒤 → 같은 작업으로 조회합니다.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작업 관리 화면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1-work-history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[작업 관리] 메뉴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[조회] — 목록 불러오기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[새 작업] — 새로 등록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53288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[상세] — 작업 내용 열기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46520" y="303580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[프로파일] — 파형 보기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35387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3538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[품질] — 품질 결과 보기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새 작업 만들기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2-new-job-dialog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공사 — 필수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0517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051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2229"/>
            <a:ext cx="1920240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호기 · 품목 — 필수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16905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1690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1998617"/>
            <a:ext cx="1920240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이음부 — 필수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513294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5132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495006"/>
            <a:ext cx="1920240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작업자 — 선택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46520" y="3009682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30096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2991394"/>
            <a:ext cx="1920240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· 종료 시각 — 시작은 필수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3506071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350607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3487783"/>
            <a:ext cx="1920240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패스 구간 — 선택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46520" y="4002459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400245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66560" y="3984171"/>
            <a:ext cx="1920240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[만들기] — 저장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8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목록에서 상세 · 프로파일 · 품질 열기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6-list-actions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[상세] — 기본 정보 · 패스 · 첨부를 고치고 정리합니다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[프로파일] — 패스별 전류 · 전압 등 파형을 봅니다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[품질] — 품질 결과와 파형을 함께 봅니다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작업 상세 — 기본 정보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4-job-detail-info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요약 카드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[기본 정보] 탭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[저장]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53288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[작업 지우기] (되돌릴 수 없음)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46520" y="303580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공사 · 품목 · 시간 등 입력 칸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35387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3538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프로파일 · 품질로 바로 이동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작업 상세 — 패스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5-job-detail-pass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 패스 추가]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패스 목록 (시작 · 종료)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· 지우기 아이콘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53288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구간 규칙 안내 (겹침 불가)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작업 상세 — 패스 추가 창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8-pass-add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패스 번호 * — 중복되면 안 됩니다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종류 — 초층 · 채움 · 캡 등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시각 — 비워 둘 수 있습니다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53288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종료 시각 — 비워 둘 수 있습니다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46520" y="303580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구간 안내 — 이 구간 안이어야 합니다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35387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3538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[추가] — 저장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작업 상세 — 첨부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6-job-detail-attach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[에셋 올리기] — 새 파일 올리기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[에셋 붙이기] — 기존 자료 연결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패스 칸 — 어느 패스에 속할지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53288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끊기 — 작업과의 연결만 끊김 (파일은 남음)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첨부 — 에셋 올리기 창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10-asset-upload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고르기 — 고르면 종류 · 후처리 안내가 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4584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4584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440180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(선택) — 사람이 적는 짧은 글. 서버 metadata.subject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189280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1892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1874520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상황 (선택) — 사람이 적는 짧은 글. 서버 metadata.situation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3271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3271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308860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— 이 작업으로 고정(상세에서 열면)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46520" y="276148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2743200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패스 — 또는 작업 공용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31958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31958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3177540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장비 (선택)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46520" y="36301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3630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66560" y="3611880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0의 시각 — 시간 자료면 필수 *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46520" y="406450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8" name="Text 25"/>
          <p:cNvSpPr/>
          <p:nvPr/>
        </p:nvSpPr>
        <p:spPr>
          <a:xfrm>
            <a:off x="6446520" y="40645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4046220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[올리기]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파일 종류 — 시간 자료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11-upload-video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종류 안내 — 확장자로 짐작, 최종은 서버가 내용으로 판별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올린 뒤 후처리 — 예: 속성 → 길이 → 타임라인 배치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0의 시각 * — 시간 자료는 필수. 없으면 올릴 수 없음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53288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채우기 — 작업 시작 · 파일 시각 · 현재 시각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파일 종류 — 문서 · 이미지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11-upload-pdf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종류 짐작 — pdf → 문서 · 성적서, jpg · png → 이미지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올린 뒤 후처리 — pdf: 속성 → 글자 인식 · 성적서 / 이미지: 속성만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0의 시각 — 필수 표시(*) 없음. 비워도 올릴 수 있음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프로파일 화면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8-pass-profile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요약 카드 — 공사 · 품목 · 작업자 · 장비를 한눈에 봅니다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패스 선택 — P1, P2…를 바꿔 패스별 파형을 봅니다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 차트 — 전류 · 전압 · 속도 등을 시간 흐름으로 봅니다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품질 화면</a:t>
            </a:r>
            <a:endParaRPr lang="en-US" sz="1800" dirty="0"/>
          </a:p>
        </p:txBody>
      </p:sp>
      <p:pic>
        <p:nvPicPr>
          <p:cNvPr id="3" name="Image 0" descr="/Users/geosoft/Documents/weld-dashboard/docs/2026-10-23/slides/imgs/09-quality-issue-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8521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0292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640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안내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02412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024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패스 선택 — P1, P2…를 바꿔 패스별 결과를 봅니다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2704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성적서 · 문서 — PDF · 영상 등 품질 자료를 봅니다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 — 같은 패스의 전류 · 전압 등을 봅니다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끝으로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097280" cy="45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등록이 끝나면 아래만 다시 확인해 주세요.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161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작업 관리에서 작업과 패스를 만들었는가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8412480" cy="402336"/>
          </a:xfrm>
          <a:prstGeom prst="roundRect">
            <a:avLst>
              <a:gd name="adj" fmla="val 13636"/>
            </a:avLst>
          </a:prstGeom>
          <a:solidFill>
            <a:srgbClr val="EEF6F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916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61848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상세에서 기본 정보가 맞는가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093976"/>
            <a:ext cx="8412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16712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09397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패스 구간 · 종류가 조회에 쓸 수 있는가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8412480" cy="402336"/>
          </a:xfrm>
          <a:prstGeom prst="roundRect">
            <a:avLst>
              <a:gd name="adj" fmla="val 13636"/>
            </a:avLst>
          </a:prstGeom>
          <a:solidFill>
            <a:srgbClr val="EEF6F4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6426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56946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첨부에서 자료 올리기 · 붙이기 · 패스 지정이 끝났는가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044952"/>
            <a:ext cx="8412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1181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04495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프로파일 · 품질에서 같은 작업을 열 수 있는가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문의는 용접 수집 대시보드 운영 담당에게 남겨 주세요.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작업_등록_매뉴얼</dc:title>
  <dc:subject>PptxGenJS Presentation</dc:subject>
  <dc:creator>weld-dashboard</dc:creator>
  <cp:lastModifiedBy>weld-dashboard</cp:lastModifiedBy>
  <cp:revision>1</cp:revision>
  <dcterms:created xsi:type="dcterms:W3CDTF">2026-10-26T04:50:50Z</dcterms:created>
  <dcterms:modified xsi:type="dcterms:W3CDTF">2026-10-26T04:50:50Z</dcterms:modified>
</cp:coreProperties>
</file>