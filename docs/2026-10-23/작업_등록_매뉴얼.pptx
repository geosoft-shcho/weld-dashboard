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용접 수집 대시보드 · 현장 안내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등록 매뉴얼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E2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로그인부터 수집 모니터링·작업 등록·첨부, 프로파일·품질 조회까지 현장에서 쓰는 순서를 담았습니다.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개요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566928"/>
            <a:ext cx="1097280" cy="4572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777240"/>
            <a:ext cx="8412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530352" y="960120"/>
            <a:ext cx="182880" cy="18288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77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용접 수집 대시보드 — 수집 모니터링에서 조회·타임라인으로 현황을 보고, 작업 등록·첨부로 자료를 정리한 뒤 프로파일·품질로 같은 작업을 확인하는 현장 안내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8412480" cy="548640"/>
          </a:xfrm>
          <a:prstGeom prst="roundRect">
            <a:avLst>
              <a:gd name="adj" fmla="val 10000"/>
            </a:avLst>
          </a:prstGeom>
          <a:solidFill>
            <a:srgbClr val="EEF6F4"/>
          </a:solidFill>
          <a:ln/>
        </p:spPr>
      </p:sp>
      <p:sp>
        <p:nvSpPr>
          <p:cNvPr id="8" name="Shape 6"/>
          <p:cNvSpPr/>
          <p:nvPr/>
        </p:nvSpPr>
        <p:spPr>
          <a:xfrm>
            <a:off x="530352" y="1600200"/>
            <a:ext cx="182880" cy="18288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417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분 — 용접 현장 관리자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8412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30352" y="2240280"/>
            <a:ext cx="182880" cy="18288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0574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하는 일 — 로그인 · 수집 모니터링 · 작업 등록 · 첨부 · 프로파일·품질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97480"/>
            <a:ext cx="8412480" cy="548640"/>
          </a:xfrm>
          <a:prstGeom prst="roundRect">
            <a:avLst>
              <a:gd name="adj" fmla="val 10000"/>
            </a:avLst>
          </a:prstGeom>
          <a:solidFill>
            <a:srgbClr val="EEF6F4"/>
          </a:solidFill>
          <a:ln/>
        </p:spPr>
      </p:sp>
      <p:sp>
        <p:nvSpPr>
          <p:cNvPr id="14" name="Shape 12"/>
          <p:cNvSpPr/>
          <p:nvPr/>
        </p:nvSpPr>
        <p:spPr>
          <a:xfrm>
            <a:off x="530352" y="2880360"/>
            <a:ext cx="182880" cy="18288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6974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순서 — 로그인 → 수집 모니터링 → 작업 관리 → 프로파일·품질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337560"/>
            <a:ext cx="8412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30352" y="3520440"/>
            <a:ext cx="182880" cy="18288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3375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 — ID user · 비밀번호 1234. 게스트(user)는 조회 일부 불가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0" name="Text 1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566928"/>
            <a:ext cx="1097280" cy="4572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13232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713232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 — ID · 비밀번호 · 게스트(제한) 계정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988858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988858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모니터링 — 조회·검색 · 일자별 수집 타임라인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264485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264485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관리 화면 — 조회 · 새 작업 · 상세 · 프로파일 · 품질 버튼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540111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40111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작업 만들기 — 공사 · 호기 · 품목 · 이음부 · 첫 패스 · 만들기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815737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815737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목록에서 상세 · 프로파일 · 품질 열기 — 행마다 바로가기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091363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091363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상세 — 기본 정보 — 공사 · 품목 · 이음부 · 작업자 · 시간 · 규격 · 저장 · 지우기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2366990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366990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상세 — 패스 — 패스 목록 확인 · 패스 추가 진입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2642616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642616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상세 — 패스 추가 창 — 패스 번호 · 종류 · 시작 · 끝 · 추가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2918242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2918242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상세 — 첨부 — 에셋 올리기 · 에셋 붙이기 · 패스 지정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193869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193869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첨부 — 에셋 올리기 창 — 다건 대기열 · 주제 · 상황 · 작업 · 패스 · 장비 · 시간 0 · 올리기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469495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" y="3469495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종류 — 시간 자료 — 영상 · 음성 · 센서 · 파일별 시간 0 · 빠른 채우기 · 상태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3745121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3745121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종류 — 문서 · 이미지 — pdf · jpg · png · 시간 0 선택 · 상태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" y="4020747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4020747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 화면 — 작업 요약 · 패스 선택 · 전류 · 전압 파형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" y="4296374"/>
            <a:ext cx="3200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4296374"/>
            <a:ext cx="7863840" cy="2573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화면 — 패스 선택 · 성적서 · 문서 · 파형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33" name="Text 3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로그인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0-login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이름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— user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— 1234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[로그인]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수집 모니터링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0-collection-monitoring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[수집 모니터링] 메뉴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조회·검색 조건 — 일자 · 시작·종료 · 보기 · 장비 · 작업 · 새로고침 주기 등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[조회] · [초기화] · [새로고침]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일자별 수집 타임라인 탭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303580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타임라인 영역 — 시간축과 수집 막대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35387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5387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66560" y="3520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보기 전환 — 리소스 · 로드맵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5" name="Text 22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작업 관리 화면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1-work-history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[작업 관리] 메뉴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[조회] — 목록 불러오기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[새 작업] — 새로 등록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[상세] — 작업 내용 열기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303580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[프로파일] — 파형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35387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5387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66560" y="3520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[품질] — 품질 결과 보기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5" name="Text 22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새 작업 만들기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2-new-job-dialog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공사 — 필수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0517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051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2229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호기 · 품목 — 필수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16905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1690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1998617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이음부 — 필수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13294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1329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495006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작업자 — 선택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3009682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300968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2991394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시작 · 종료 시각 — 시작은 필수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3506071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50607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66560" y="3487783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구간 — 선택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46520" y="4002459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5" name="Text 22"/>
          <p:cNvSpPr/>
          <p:nvPr/>
        </p:nvSpPr>
        <p:spPr>
          <a:xfrm>
            <a:off x="6446520" y="400245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66560" y="3984171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[만들기] — 저장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8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목록에서 상세 · 프로파일 · 품질 열기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6-list-actions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[상세] — 기본 정보 · 패스 · 첨부를 고치고 정리합니다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[프로파일] — 패스별 전류 · 전압 등 파형을 봅니다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[품질] — 품질 결과와 파형을 함께 봅니다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작업 상세 — 기본 정보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4-job-detail-info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요약 카드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[기본 정보] 탭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[저장]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[작업 지우기] (되돌릴 수 없음)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303580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공사 · 품목 · 시간 등 입력 칸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35387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5387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66560" y="3520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[프로파일] · [품질 이슈] 로 바로 이동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5" name="Text 22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작업 상세 — 패스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5-job-detail-pass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[+ 패스 추가]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목록 (시작 · 종료)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수정 · 지우기 아이콘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작업 상세 — 패스 추가 창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8-pass-add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번호 * — 중복되면 안 됩니다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종류 — 초층 · 채움 · 캡 등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시작 — 비워 둘 수 있습니다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종료 — 비워 둘 수 있습니다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303580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[추가] — 저장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작업 상세 — 첨부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6-job-detail-attach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[에셋 올리기] — 새 파일 올리기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[에셋 붙이기(첨부만)] — 기존 자료 연결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칸 — 어느 패스에 속할지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[떼기] — 작업과의 연결만 끊김 (파일은 남음)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첨부 — 에셋 올리기 창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10-asset-upload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주제 (선택) — 이번 올리기에 공통으로 쓰는 짧은 글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41020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410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391920"/>
            <a:ext cx="192024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상황 (선택) — 공통으로 쓰는 짧은 글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17962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7962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1778000"/>
            <a:ext cx="192024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— 상세·첨부에서 열면 이 작업으로 고정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1823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182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164080"/>
            <a:ext cx="192024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— 특정 패스 또는 작업 공용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25684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2568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2550160"/>
            <a:ext cx="192024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장비 (선택)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9545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29545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66560" y="2936240"/>
            <a:ext cx="192024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0의 시각(공통) — 아래 버튼으로 채운 뒤 모든 파일에 적용 가능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46520" y="334060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5" name="Text 22"/>
          <p:cNvSpPr/>
          <p:nvPr/>
        </p:nvSpPr>
        <p:spPr>
          <a:xfrm>
            <a:off x="6446520" y="3340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66560" y="3322320"/>
            <a:ext cx="192024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[파일 고르기] — 여러 개 선택 → 대기열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446520" y="37266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8" name="Text 25"/>
          <p:cNvSpPr/>
          <p:nvPr/>
        </p:nvSpPr>
        <p:spPr>
          <a:xfrm>
            <a:off x="6446520" y="37266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766560" y="3708400"/>
            <a:ext cx="192024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파일마다 — 이름 · 종류 안내 · 후처리 · 시간 0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446520" y="41127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31" name="Text 28"/>
          <p:cNvSpPr/>
          <p:nvPr/>
        </p:nvSpPr>
        <p:spPr>
          <a:xfrm>
            <a:off x="6446520" y="411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766560" y="4094480"/>
            <a:ext cx="1920240" cy="34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[올리기]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34" name="Text 3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파일 종류 — 시간 자료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11-upload-video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종류 안내 — 확장자로 짐작, 최종은 서버가 내용으로 정함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올린 뒤 처리 — 예: 파일 속성 → 길이 → 타임라인 배치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파일의 시간 0 — 별표(*)가 있으면 필수, 없으면 선택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빠른 채우기 — 공통 시각 · 작업/패스 시작 · 현재 시각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303580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상태 — 올리는 중 · 처리 중 · 완료. 노란 글씨는 주의 안내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파일 종류 — 문서 · 이미지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11-upload-pdf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종류 — pdf는 문서·성적서, jpg·png는 이미지로 안내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올린 뒤 처리 — pdf는 글자 인식·성적서, 이미지는 속성만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파일의 시간 0 — 선택, 비워도 됨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프로파일 화면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8-pass-profile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요약 카드 — 공사 · 품목 · 작업자 · 장비를 한눈에 봅니다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선택 — P1, P2…를 바꿔 패스별 파형을 봅니다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차트 — 전류 · 전압 · 속도 등을 시간 흐름으로 봅니다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품질 화면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9-quality-issue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선택 — P1, P2…를 바꿔 패스별 결과를 봅니다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성적서 · 문서 — PDF · 영상 등 품질 자료를 봅니다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— 같은 패스의 전류 · 전압 등을 봅니다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끝으로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566928"/>
            <a:ext cx="1097280" cy="4572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등록이 끝나면 아래만 다시 확인해 주세요.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1615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161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143000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로그인 후 수집 모니터링에서 조회·타임라인을 확인했는가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618488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EEF6F4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916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91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1618488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작업 관리에서 작업과 패스를 만들었는가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093976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216712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67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093976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상세에서 기본 정보가 맞는가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2569464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EEF6F4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26426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6426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2569464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패스 구간 · 종류가 조회에 쓸 수 있는가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3044952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311810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1181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044952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첨부에서 자료 올리기(다건·상태·경고 확인) · 붙이기 · 패스 지정이 끝났는가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3520440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EEF6F4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359359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" y="3520440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프로파일 · 품질에서 같은 작업을 열 수 있는가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65760" y="4160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문의는 용접 수집 대시보드 운영 담당에게 남겨 주세요.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31" name="Text 29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작업_등록_매뉴얼</dc:title>
  <dc:subject>PptxGenJS Presentation</dc:subject>
  <dc:creator>weld-dashboard</dc:creator>
  <cp:lastModifiedBy>weld-dashboard</cp:lastModifiedBy>
  <cp:revision>1</cp:revision>
  <dcterms:created xsi:type="dcterms:W3CDTF">2026-10-27T04:33:53Z</dcterms:created>
  <dcterms:modified xsi:type="dcterms:W3CDTF">2026-10-27T04:33:53Z</dcterms:modified>
</cp:coreProperties>
</file>